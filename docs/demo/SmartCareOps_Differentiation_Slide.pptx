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SMARTCAREOPS • GOOGLE AI BUILDER CUP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8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8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is SmartCareOps different?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Existing healthcare AI is usually powerful — but siloed. SmartCareOps connects the full care-response loop.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94A6"/>
                </a:solidFill>
              </a:rPr>
              <a:t>TODAY: SPECIALIZED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28800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8653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16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Patient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44168" y="21031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Symptoms, intake, triage and navigation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66928" y="2770632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93522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9718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4168" y="29169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Clinical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0954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Summaries, documentation and decision support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66928" y="3877056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041648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407822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168" y="4023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Operations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44168" y="431596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Beds, capacity, workflow and hospital efficiency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749808" y="5047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</a:rPr>
              <a:t>Each solves one part of the problem.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23360" y="2743200"/>
            <a:ext cx="658368" cy="960120"/>
          </a:xfrm>
          <a:prstGeom prst="chevron">
            <a:avLst/>
          </a:prstGeom>
          <a:solidFill>
            <a:srgbClr val="D7E2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8130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FF"/>
                </a:solidFill>
              </a:rPr>
              <a:t>CONNECT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6BFF"/>
                </a:solidFill>
              </a:rPr>
              <a:t>THE LOOP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1353312"/>
            <a:ext cx="6729984" cy="42336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9050">
            <a:solidFill>
              <a:srgbClr val="C9D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1536192"/>
            <a:ext cx="6364224" cy="512064"/>
          </a:xfrm>
          <a:prstGeom prst="roundRect">
            <a:avLst>
              <a:gd name="adj" fmla="val 1071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682496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2F6BFF"/>
                </a:solidFill>
              </a:rPr>
              <a:t>SMARTCAREOPS: CONNECTED AGENTIC INTELLIGENCE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38928" y="2331720"/>
            <a:ext cx="1847088" cy="1965960"/>
          </a:xfrm>
          <a:prstGeom prst="roundRect">
            <a:avLst>
              <a:gd name="adj" fmla="val 2970"/>
            </a:avLst>
          </a:prstGeom>
          <a:solidFill>
            <a:srgbClr val="F9FAF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2441448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</a:rPr>
              <a:t>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66944" y="27249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293B"/>
                </a:solidFill>
              </a:rPr>
              <a:t>LIVE PATIENT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1E293B"/>
                </a:solidFill>
              </a:rPr>
              <a:t>INTAKE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5266944" y="33284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Understands symptoms, vitals and context in real time.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5266944" y="39776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FF"/>
                </a:solidFill>
              </a:rPr>
              <a:t>What is happening?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23760" y="2331720"/>
            <a:ext cx="1847088" cy="1965960"/>
          </a:xfrm>
          <a:prstGeom prst="roundRect">
            <a:avLst>
              <a:gd name="adj" fmla="val 2970"/>
            </a:avLst>
          </a:prstGeom>
          <a:solidFill>
            <a:srgbClr val="F9FAF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2441448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9A"/>
                </a:solidFill>
              </a:rPr>
              <a:t>02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51776" y="27249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293B"/>
                </a:solidFill>
              </a:rPr>
              <a:t>DOCTOR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1E293B"/>
                </a:solidFill>
              </a:rPr>
              <a:t>PORTAL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7351776" y="33284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Reasons about the case, uncertainty and next action.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7351776" y="39776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9A"/>
                </a:solidFill>
              </a:rPr>
              <a:t>What should we do?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08592" y="2331720"/>
            <a:ext cx="1847088" cy="1965960"/>
          </a:xfrm>
          <a:prstGeom prst="roundRect">
            <a:avLst>
              <a:gd name="adj" fmla="val 2970"/>
            </a:avLst>
          </a:prstGeom>
          <a:solidFill>
            <a:srgbClr val="F9FAF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36608" y="2441448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36608" y="27249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293B"/>
                </a:solidFill>
              </a:rPr>
              <a:t>COMMAND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1E293B"/>
                </a:solidFill>
              </a:rPr>
              <a:t>CENTER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9436608" y="33284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Predicts system impact, simulates options and replans.</a:t>
            </a:r>
            <a:endParaRPr lang="en-US" sz="1010" dirty="0"/>
          </a:p>
        </p:txBody>
      </p:sp>
      <p:sp>
        <p:nvSpPr>
          <p:cNvPr id="40" name="Text 38"/>
          <p:cNvSpPr/>
          <p:nvPr/>
        </p:nvSpPr>
        <p:spPr>
          <a:xfrm>
            <a:off x="9436608" y="39776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61FF"/>
                </a:solidFill>
              </a:rPr>
              <a:t>What happens next?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04304" y="3081528"/>
            <a:ext cx="201168" cy="347472"/>
          </a:xfrm>
          <a:prstGeom prst="rightArrow">
            <a:avLst/>
          </a:prstGeom>
          <a:solidFill>
            <a:srgbClr val="BAC7E8"/>
          </a:solidFill>
          <a:ln w="12700">
            <a:solidFill>
              <a:srgbClr val="BAC7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89136" y="3081528"/>
            <a:ext cx="201168" cy="347472"/>
          </a:xfrm>
          <a:prstGeom prst="rightArrow">
            <a:avLst/>
          </a:prstGeom>
          <a:solidFill>
            <a:srgbClr val="BAC7E8"/>
          </a:solidFill>
          <a:ln w="12700">
            <a:solidFill>
              <a:srgbClr val="BAC7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464515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Continuous loop: observe → reason → simulate → act → monitor → replan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32120" y="5010912"/>
            <a:ext cx="5084064" cy="0"/>
          </a:xfrm>
          <a:prstGeom prst="line">
            <a:avLst/>
          </a:prstGeom>
          <a:noFill/>
          <a:ln w="16510">
            <a:solidFill>
              <a:srgbClr val="B7C4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" y="5742432"/>
            <a:ext cx="11045952" cy="54864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5888736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1F2"/>
                </a:solidFill>
              </a:rPr>
              <a:t>Most healthcare AI stops after giving an answer.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99432" y="5852160"/>
            <a:ext cx="6547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SmartCareOps turns that answer into a coordinated response — and keeps reasoning as the situation changes.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A8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SmartCareOps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is SmartCareOps different?</dc:title>
  <dc:subject>SmartCareOps differentiation</dc:subject>
  <dc:creator>OpenAI</dc:creator>
  <cp:lastModifiedBy>OpenAI</cp:lastModifiedBy>
  <cp:revision>1</cp:revision>
  <dcterms:created xsi:type="dcterms:W3CDTF">2026-09-25T21:30:58Z</dcterms:created>
  <dcterms:modified xsi:type="dcterms:W3CDTF">2026-09-25T21:30:58Z</dcterms:modified>
</cp:coreProperties>
</file>